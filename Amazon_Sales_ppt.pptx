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AMAZON SALES DASHBOARD</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This project focuses on building an interactive Amazon Sales Dashboard that helps in understanding overall business performance. It provides insights into sales, profit, orders, and product distribution using visual representations. The dashboard is designed to simplify complex data and support better decision-making through clear and meaningful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a:t>
            </a:r>
          </a:p>
        </p:txBody>
      </p:sp>
      <p:sp>
        <p:nvSpPr>
          <p:cNvPr id="3" name="Content Placeholder 2"/>
          <p:cNvSpPr>
            <a:spLocks noGrp="1"/>
          </p:cNvSpPr>
          <p:nvPr>
            <p:ph idx="1"/>
          </p:nvPr>
        </p:nvSpPr>
        <p:spPr/>
        <p:txBody>
          <a:bodyPr/>
          <a:lstStyle/>
          <a:p>
            <a:r>
              <a:t>The main objective of this project is to analyze sales and profit performance while identifying top-performing categories and regions. It also aims to understand customer behavior, track seasonal trends, and provide useful insights that can help improve business strategies.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Dataset Overview</a:t>
            </a:r>
          </a:p>
        </p:txBody>
      </p:sp>
      <p:sp>
        <p:nvSpPr>
          <p:cNvPr id="3" name="Content Placeholder 2"/>
          <p:cNvSpPr>
            <a:spLocks noGrp="1"/>
          </p:cNvSpPr>
          <p:nvPr>
            <p:ph idx="1"/>
          </p:nvPr>
        </p:nvSpPr>
        <p:spPr/>
        <p:txBody>
          <a:bodyPr/>
          <a:lstStyle/>
          <a:p>
            <a:r>
              <a:t>The dataset used in this project includes important fields such as Order ID, product details, sales, profit, region, state, payment mode, and return status. Overall, the dataset contains 961 orders and 1170 products, which are used to generate meaningful insights through the dashboard.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Performance Indicators</a:t>
            </a:r>
          </a:p>
        </p:txBody>
      </p:sp>
      <p:sp>
        <p:nvSpPr>
          <p:cNvPr id="3" name="Content Placeholder 2"/>
          <p:cNvSpPr>
            <a:spLocks noGrp="1"/>
          </p:cNvSpPr>
          <p:nvPr>
            <p:ph idx="1"/>
          </p:nvPr>
        </p:nvSpPr>
        <p:spPr/>
        <p:txBody>
          <a:bodyPr/>
          <a:lstStyle/>
          <a:p>
            <a:r>
              <a:t>The dashboard highlights key metrics such as total sales of 0.52M and total profit of 0.07M. It also includes 961 total orders and 1170 products. These indicators provide a quick summary of the overall business performance.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Regional Analysis</a:t>
            </a:r>
          </a:p>
        </p:txBody>
      </p:sp>
      <p:sp>
        <p:nvSpPr>
          <p:cNvPr id="3" name="Content Placeholder 2"/>
          <p:cNvSpPr>
            <a:spLocks noGrp="1"/>
          </p:cNvSpPr>
          <p:nvPr>
            <p:ph idx="1"/>
          </p:nvPr>
        </p:nvSpPr>
        <p:spPr/>
        <p:txBody>
          <a:bodyPr/>
          <a:lstStyle/>
          <a:p>
            <a:r>
              <a:t>The data is categorized into four major regions: Central, East, South, and West. This helps in comparing performance across different regions and identifying which area contributes the most to sales and profit.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Sales Analysis</a:t>
            </a:r>
          </a:p>
        </p:txBody>
      </p:sp>
      <p:sp>
        <p:nvSpPr>
          <p:cNvPr id="3" name="Content Placeholder 2"/>
          <p:cNvSpPr>
            <a:spLocks noGrp="1"/>
          </p:cNvSpPr>
          <p:nvPr>
            <p:ph idx="1"/>
          </p:nvPr>
        </p:nvSpPr>
        <p:spPr/>
        <p:txBody>
          <a:bodyPr/>
          <a:lstStyle/>
          <a:p>
            <a:r>
              <a:t>Sales analysis shows that Office Supplies is the top-performing category, followed by Technology and Furniture. The dashboard also displays seasonal trends, where sales tend to increase towards the end of the year.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Behavior</a:t>
            </a:r>
          </a:p>
        </p:txBody>
      </p:sp>
      <p:sp>
        <p:nvSpPr>
          <p:cNvPr id="3" name="Content Placeholder 2"/>
          <p:cNvSpPr>
            <a:spLocks noGrp="1"/>
          </p:cNvSpPr>
          <p:nvPr>
            <p:ph idx="1"/>
          </p:nvPr>
        </p:nvSpPr>
        <p:spPr/>
        <p:txBody>
          <a:bodyPr/>
          <a:lstStyle/>
          <a:p>
            <a:r>
              <a:t>Customer behavior is analyzed based on payment modes and segments. Different payment methods such as Cash on Delivery, cards, and online payments are used. Customers are divided into segments like Consumer, Corporate, and Home Office.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Profit and Return Analysis</a:t>
            </a:r>
          </a:p>
        </p:txBody>
      </p:sp>
      <p:sp>
        <p:nvSpPr>
          <p:cNvPr id="3" name="Content Placeholder 2"/>
          <p:cNvSpPr>
            <a:spLocks noGrp="1"/>
          </p:cNvSpPr>
          <p:nvPr>
            <p:ph idx="1"/>
          </p:nvPr>
        </p:nvSpPr>
        <p:spPr/>
        <p:txBody>
          <a:bodyPr/>
          <a:lstStyle/>
          <a:p>
            <a:r>
              <a:t>Profit analysis shows variation across different quarters of the year. Some sub-categories generate higher profit compared to others. Return status is also analyzed, as higher returns can negatively impact overall profitability.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dashboard provides a clear understanding of sales and profit trends. It highlights top-performing categories and regions while also identifying areas of improvement such as product returns. Overall, it helps businesses make informed and data-driven decisions.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Dashboard Preview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